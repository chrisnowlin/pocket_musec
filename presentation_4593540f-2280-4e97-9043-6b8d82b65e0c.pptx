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Test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2025-11-16 02:48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Second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Another key point for API</a:t>
            </a:r>
          </a:p>
          <a:p>
            <a:r>
              <a:t>Teacher: More content here for API testing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